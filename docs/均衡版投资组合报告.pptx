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均衡版A股多资产投资组合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可视化报告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组合定位与目标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年化收益目标：8%–10%</a:t>
            </a:r>
          </a:p>
          <a:p>
            <a:r>
              <a:t>• 年化波动：10%–12%</a:t>
            </a:r>
          </a:p>
          <a:p>
            <a:r>
              <a:t>• 最大回撤：≤18%</a:t>
            </a:r>
          </a:p>
          <a:p>
            <a:r>
              <a:t>• 资产类别更均衡：股票60%、固收30%、商品10%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均衡版目标配置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沪深300ETF（25%）</a:t>
            </a:r>
          </a:p>
          <a:p>
            <a:r>
              <a:t>• 中证500ETF（15%）</a:t>
            </a:r>
          </a:p>
          <a:p>
            <a:r>
              <a:t>• 红利ETF（15%）</a:t>
            </a:r>
          </a:p>
          <a:p>
            <a:r>
              <a:t>• 可转债（15%）</a:t>
            </a:r>
          </a:p>
          <a:p>
            <a:r>
              <a:t>• 国债ETF（20%）</a:t>
            </a:r>
          </a:p>
          <a:p>
            <a:r>
              <a:t>• 黄金ETF（10%）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配置逻辑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股票60%：兼顾价值与成长</a:t>
            </a:r>
          </a:p>
          <a:p>
            <a:r>
              <a:t>• 固收30%：降低波动，增强下行保护</a:t>
            </a:r>
          </a:p>
          <a:p>
            <a:r>
              <a:t>• 黄金10%：提供通胀与危机对冲</a:t>
            </a:r>
          </a:p>
          <a:p>
            <a:r>
              <a:t>• 再平衡提升组合夏普比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预期收益与风险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预期年化：8%–10%</a:t>
            </a:r>
          </a:p>
          <a:p>
            <a:r>
              <a:t>• 波动率：10%–12%</a:t>
            </a:r>
          </a:p>
          <a:p>
            <a:r>
              <a:t>• 夏普比：0.8–1.0</a:t>
            </a:r>
          </a:p>
          <a:p>
            <a:r>
              <a:t>• 最大回撤控制：≤18%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执行与维护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分批建仓，周期 2–3 个月</a:t>
            </a:r>
          </a:p>
          <a:p>
            <a:r>
              <a:t>• 每年一次再平衡（或±6%偏离）</a:t>
            </a:r>
          </a:p>
          <a:p>
            <a:r>
              <a:t>• 分红自动再投资</a:t>
            </a:r>
          </a:p>
          <a:p>
            <a:r>
              <a:t>• 不进行择时，长期持有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